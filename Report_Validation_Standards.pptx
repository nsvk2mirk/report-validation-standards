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Report Validation Standards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Setting Standards Across Data Analytics &amp; AI Department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Validation Framework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121"/>
                </a:solidFill>
              </a:defRPr>
            </a:pPr>
            <a:r>
              <a:t>🔧 Technical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121"/>
                </a:solidFill>
              </a:defRPr>
            </a:pPr>
            <a:r>
              <a:t>🧭 Functional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121"/>
                </a:solidFill>
              </a:defRPr>
            </a:pPr>
            <a:r>
              <a:t>🧱 Data Integrity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6634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121"/>
                </a:solidFill>
              </a:defRPr>
            </a:pPr>
            <a:r>
              <a:t>🎯 Data Accuracy Validation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Scope &amp; Reporting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12121"/>
                </a:solidFill>
              </a:defRPr>
            </a:pPr>
            <a:r>
              <a:t>Reporting Tools: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• Oracle Analytics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• Power 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12121"/>
                </a:solidFill>
              </a:defRPr>
            </a:pPr>
            <a:r>
              <a:t>Source Systems (OLTP):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• Oracle E-Business Suite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• Oracle Fusion Cloud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🔧 Technical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212121"/>
                </a:solidFill>
              </a:defRPr>
            </a:pPr>
            <a:r>
              <a:t>These checks ensure the report behaves like a well-trained instrument, not a rogue drummer.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12121"/>
                </a:solidFill>
              </a:defRPr>
            </a:pPr>
            <a:r>
              <a:t>1. Report Navigation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   • Validate object-to-object navigation paths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   • Ensure links, breadcrumbs, menu entries, and dashboard flows lead to the right pages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   • Confirm no circular or dead-end navigation loops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12121"/>
                </a:solidFill>
              </a:defRPr>
            </a:pPr>
            <a:r>
              <a:t>2. Drill Through / Drill 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   • Drill Down: Validates hierarchical expansion (e.g., Ledger → Account → Journal → Line)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   • Drill Through: Confirm passing of parameters to downstream reports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   • Ensure filters persist correctly when moving between summary and detail layers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937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12121"/>
                </a:solidFill>
              </a:defRPr>
            </a:pPr>
            <a:r>
              <a:t>3. Measure Aggregations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257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   • Validate formulas for SUM, AVG, MIN, MAX, COUNT, DISTINCT 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5778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   • Confirm aggregation rules match business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978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   • Ensure aggregation behavior is consistent across dashboards, visuals, and exports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🧭 Functional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212121"/>
                </a:solidFill>
              </a:defRPr>
            </a:pPr>
            <a:r>
              <a:t>These checks verify that the report behaves as users expect, not as developers wish.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12121"/>
                </a:solidFill>
              </a:defRPr>
            </a:pPr>
            <a:r>
              <a:t>1. Responsiveness to Dashboard Prompts / Filters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   • Validate slicer behavior for multi-select, default values, cascading prompts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   • Ensure applying filters updates all dependent visuals and KPIs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   • Confirm performance is reasonable under typical filter combinations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12121"/>
                </a:solidFill>
              </a:defRPr>
            </a:pPr>
            <a:r>
              <a:t>2. Measure Value Validation (Summary vs. Drill Reports)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   • Verify that totals shown in summary dashboards match the roll-up of drill reports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   • Confirm that subtotals obey business hierarchies and time dimensions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   • Check Grand Totals vs. SUM of Rows (common trap!)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🧱 Data Integrity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212121"/>
                </a:solidFill>
              </a:defRPr>
            </a:pPr>
            <a:r>
              <a:t>This ensures the report's story isn't fiction.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12121"/>
                </a:solidFill>
              </a:defRPr>
            </a:pPr>
            <a:r>
              <a:t>1. Validity of Data Based on Report 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   • Check column-level definitions against business metadata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   • Validate joins between subject areas or datasets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   • Ensure orphaned records are excluded unless explicitly expected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   • Confirm proper handling of nulls, effective dates, primary keys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solidFill>
            <a:srgbClr val="99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🎯 Data Accuracy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212121"/>
                </a:solidFill>
              </a:defRPr>
            </a:pPr>
            <a:r>
              <a:t>This is the final face-off: the report vs. the source (OLTP).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12121"/>
                </a:solidFill>
              </a:defRPr>
            </a:pPr>
            <a:r>
              <a:t>1. Comparison with Source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   • Choose a fixed set of common parameters (e.g., date, BU, ledger, customer, supplier)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   • Pull the equivalent query directly from EBS/Fusion Cloud 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   • Validate fact values at: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12121"/>
                </a:solidFill>
              </a:defRPr>
            </a:pPr>
            <a:r>
              <a:t>     - Transaction level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12121"/>
                </a:solidFill>
              </a:defRPr>
            </a:pPr>
            <a:r>
              <a:t>     - Daily/Monthly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12121"/>
                </a:solidFill>
              </a:defRPr>
            </a:pPr>
            <a:r>
              <a:t>     - Ledger/Balancing segment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   • Validate dimensional conformance (customer, item, employee, period, account)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12121"/>
                </a:solidFill>
              </a:defRPr>
            </a:pPr>
            <a:r>
              <a:t>2. Edge Cases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37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   • Canceled transactions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257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   • Backdated entries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5778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   • Effective-date based changes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   • Multi-currency conversions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2179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   • Transaction corrections and reversals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Validation Checklist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12121"/>
                </a:solidFill>
              </a:defRPr>
            </a:pPr>
            <a:r>
              <a:t>✓ Technical: Navigation, Drill-down, Aggregations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12121"/>
                </a:solidFill>
              </a:defRPr>
            </a:pPr>
            <a:r>
              <a:t>✓ Functional: Filters, Measure Values, Summary vs Drill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12121"/>
                </a:solidFill>
              </a:defRPr>
            </a:pPr>
            <a:r>
              <a:t>✓ Data Integrity: Column Definitions, Joins, Null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12121"/>
                </a:solidFill>
              </a:defRPr>
            </a:pPr>
            <a:r>
              <a:t>✓ Data Accuracy: Source Comparison, Edge Cases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Setting Standards Across Department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121"/>
                </a:solidFill>
              </a:defRPr>
            </a:pPr>
            <a:r>
              <a:t>📋 Establish Validation Templates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121"/>
                </a:solidFill>
              </a:defRPr>
            </a:pPr>
            <a:r>
              <a:t>🔍 Mandatory Pre-Release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121"/>
                </a:solidFill>
              </a:defRPr>
            </a:pPr>
            <a:r>
              <a:t>📊 Documentation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121"/>
                </a:solidFill>
              </a:defRPr>
            </a:pPr>
            <a:r>
              <a:t>✅ Sign-off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37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121"/>
                </a:solidFill>
              </a:defRPr>
            </a:pPr>
            <a:r>
              <a:t>🔄 Continuous Improvement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